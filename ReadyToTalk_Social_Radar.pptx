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0" d="100"/>
          <a:sy n="90" d="100"/>
        </p:scale>
        <p:origin x="210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Shah" userId="17d15584-6778-4691-8a96-8ffda0e73c80" providerId="ADAL" clId="{78147DAE-D65B-486D-8985-932D8301C357}"/>
    <pc:docChg chg="modSld">
      <pc:chgData name="Harsh Shah" userId="17d15584-6778-4691-8a96-8ffda0e73c80" providerId="ADAL" clId="{78147DAE-D65B-486D-8985-932D8301C357}" dt="2026-05-22T03:34:24.316" v="0" actId="1076"/>
      <pc:docMkLst>
        <pc:docMk/>
      </pc:docMkLst>
      <pc:sldChg chg="modSp mod">
        <pc:chgData name="Harsh Shah" userId="17d15584-6778-4691-8a96-8ffda0e73c80" providerId="ADAL" clId="{78147DAE-D65B-486D-8985-932D8301C357}" dt="2026-05-22T03:34:24.316" v="0" actId="1076"/>
        <pc:sldMkLst>
          <pc:docMk/>
          <pc:sldMk cId="0" sldId="256"/>
        </pc:sldMkLst>
        <pc:picChg chg="mod">
          <ac:chgData name="Harsh Shah" userId="17d15584-6778-4691-8a96-8ffda0e73c80" providerId="ADAL" clId="{78147DAE-D65B-486D-8985-932D8301C357}" dt="2026-05-22T03:34:24.316" v="0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" y="-1524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 Shah</cp:lastModifiedBy>
  <cp:revision>1</cp:revision>
  <dcterms:created xsi:type="dcterms:W3CDTF">2006-08-16T00:00:00Z</dcterms:created>
  <dcterms:modified xsi:type="dcterms:W3CDTF">2026-05-22T03:34:26Z</dcterms:modified>
</cp:coreProperties>
</file>